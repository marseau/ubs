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MANIFESTO AIC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Intelligence Clustering</a:t>
            </a:r>
          </a:p>
          <a:p>
            <a:r>
              <a:t>A nova categoria de crescimento.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Ferramentas não descobrem mercados.</a:t>
            </a:r>
          </a:p>
          <a:p>
            <a:r>
              <a:t>Bots não entendem comportamento.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AIC = Inteligência + Clusterização + Ativação + Conversão.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Nós revelamos públicos reais e ativamos vendas automaticamente.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Camadas AIC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Descoberta</a:t>
            </a:r>
          </a:p>
          <a:p>
            <a:r>
              <a:t>2. Clusterização</a:t>
            </a:r>
          </a:p>
          <a:p>
            <a:r>
              <a:t>3. Ativação</a:t>
            </a:r>
          </a:p>
          <a:p>
            <a:r>
              <a:t>4. Conversão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Transformar aquisição em ciência, não tentativa e erro.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